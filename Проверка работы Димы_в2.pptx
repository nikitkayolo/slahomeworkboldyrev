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6887BE-5BC8-4FDB-A62F-FD9687A6B8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0AB3C14-6F9E-4C45-8443-F4890D4B1D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CD049F6-E461-4A54-A0CF-CBFF7FC00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ACDB-E40F-4294-BFFE-217A628BC46D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F71A28-E651-4711-BAA4-98110E818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99A21A-82EA-473F-AD32-D732C49BC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131C-1FF6-4A63-919B-596D5BCB6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6683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26CC37-155E-4417-823F-FBD51E189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559C54-7698-4DFD-9951-3F1D1008B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28CCDC-CADC-4870-8EC5-EC2A6DCA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ACDB-E40F-4294-BFFE-217A628BC46D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148F3D-E0F2-4738-812F-F77FF0AE5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0F441A-4546-4088-BEAE-8425528DE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131C-1FF6-4A63-919B-596D5BCB6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0469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96363F-D935-45F0-9553-319460F3D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E109137-2B4E-4113-854F-B5F40A445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3BCBA2-773F-4C75-87B2-08198291E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ACDB-E40F-4294-BFFE-217A628BC46D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BACA92-4440-4A27-B30D-EC31A6AC0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54A8E3-6C63-4821-8C95-CCCE1C6F4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131C-1FF6-4A63-919B-596D5BCB6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309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462181-A603-45FF-B7BD-03B3B8FF4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998B91-BC9B-4417-895F-F9D3B24640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B717C04-36A3-4B2A-BE89-FDD66F91B2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70311E2-4F54-4DAB-A9B9-165CC48D6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ACDB-E40F-4294-BFFE-217A628BC46D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B4FB71-3289-4C7B-A4E2-C87CFE5A1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1A40776-638E-4179-BB10-7EC22674B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131C-1FF6-4A63-919B-596D5BCB6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8803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A624DA-BDD8-46A6-93FB-99A6FA412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199D23-A287-422D-807A-73AF87AF4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678DDE3-32C3-40A1-A426-3173EDBE1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EE86C12-FAB2-4563-B01C-8F82A6A7BF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1E146C3-88BE-4B53-83D4-C8CB5AFC3B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971A88B-8EC6-4E40-A5B4-FE01A213A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ACDB-E40F-4294-BFFE-217A628BC46D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2DBDE86-55AE-4DDC-896B-B338C7403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9D92CB6-25D9-4AC8-BDA5-1155BBDF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131C-1FF6-4A63-919B-596D5BCB6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5501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0F5D5E-F5EE-480A-916E-65A2A5A77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5B6964F-E8E2-4D0A-96BC-3FB41E9E3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ACDB-E40F-4294-BFFE-217A628BC46D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099F87B-D7E5-444C-96A1-59B0CB82B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1601920-303A-4692-AFFF-804CE61DF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131C-1FF6-4A63-919B-596D5BCB6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158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A03F6D0-6E59-4B81-86CB-9B6731A16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ACDB-E40F-4294-BFFE-217A628BC46D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1B1BDD5-66EC-41CD-95B7-4265F65BF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CCF2CBA-00E8-4622-980C-C8EB95325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131C-1FF6-4A63-919B-596D5BCB6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5726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937288-520A-4918-BFA3-457E9FAC6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BCC517-FA99-48FD-9157-3B475E384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EA0517D-6C83-47E0-99D0-9135DA031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0B2F188-0465-4FBD-B77D-B095E3775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ACDB-E40F-4294-BFFE-217A628BC46D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AAA0080-1884-421A-94CE-2E2D3CF42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18DC2EC-DF6E-4E98-8757-5685091F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131C-1FF6-4A63-919B-596D5BCB6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4569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45287A-1ED0-439D-8508-571541131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0268626-7034-4347-924C-847B9C624B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02F2986-5033-44E7-A9EE-D645655CE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E80BA7E-2EA4-4D3B-92CC-4C089BF91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ACDB-E40F-4294-BFFE-217A628BC46D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DA0E097-401A-49C6-9FD3-F420E24B9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B985C6F-07ED-44C9-A8C1-6184F7BA6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131C-1FF6-4A63-919B-596D5BCB6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2860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5CA7EF-29F9-48E2-BDC0-79684F652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AC5939C-4F60-4B33-9A69-BE77915313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DF8DC5-2F30-4805-9303-F40B77D02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ACDB-E40F-4294-BFFE-217A628BC46D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EB4983-BC8C-4CC1-8E6D-374D88B07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40A2F8-0817-4D71-AF15-AB6F77921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131C-1FF6-4A63-919B-596D5BCB6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053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4C549CF-1D87-4C79-85C2-88F9826486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6E4D1E0-52E3-4A4E-832D-CFD42367A3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470E09-FCB4-4744-9C79-638D4DB88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8ACDB-E40F-4294-BFFE-217A628BC46D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2DB87A-D981-4C9C-928B-A58679D9A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BB1478-0532-4C57-9AF9-ED23C909E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131C-1FF6-4A63-919B-596D5BCB6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4713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3DFB47-5567-407D-8451-D53F34D34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A357A8-CE6E-405F-BC05-6359AB288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A54A26-8F36-4EC5-8EC7-3874A64776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8ACDB-E40F-4294-BFFE-217A628BC46D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23A730-3714-437D-8C8E-5122266642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F93AEC-A23D-445F-9D19-4784E7FD5F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24131C-1FF6-4A63-919B-596D5BCB68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4444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8EA470-241A-4621-AF5A-17BE3F6511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Проверка практических другого студента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985F903-6FF5-446A-A513-70D4DD4CBA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Болдырев Никита проверял Ермакова Дмитрия</a:t>
            </a:r>
          </a:p>
          <a:p>
            <a:r>
              <a:rPr lang="ru-RU" dirty="0"/>
              <a:t>М4200с</a:t>
            </a:r>
          </a:p>
        </p:txBody>
      </p:sp>
    </p:spTree>
    <p:extLst>
      <p:ext uri="{BB962C8B-B14F-4D97-AF65-F5344CB8AC3E}">
        <p14:creationId xmlns:p14="http://schemas.microsoft.com/office/powerpoint/2010/main" val="3454592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4F8371-5A22-4176-9CA5-9BB1E9BBB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b="1" dirty="0"/>
              <a:t>Краткое описание исходного </a:t>
            </a:r>
            <a:r>
              <a:rPr lang="en-GB" sz="4400" b="1" dirty="0"/>
              <a:t>SLA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20CD43-FBE2-4BC2-A6F8-5343FFD47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1" i="0" dirty="0">
                <a:solidFill>
                  <a:srgbClr val="1D1D1F"/>
                </a:solidFill>
                <a:effectLst/>
                <a:latin typeface="system-ui"/>
              </a:rPr>
              <a:t>SLA </a:t>
            </a: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охватывает: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Ключевые метрики: </a:t>
            </a:r>
            <a:r>
              <a:rPr lang="en-US" b="0" i="0" dirty="0">
                <a:solidFill>
                  <a:srgbClr val="1D1D1F"/>
                </a:solidFill>
                <a:effectLst/>
                <a:latin typeface="system-ui"/>
              </a:rPr>
              <a:t>uptime, API latency, sync latency, crash-free rate, MTTA/MTTR, data durability, security incidents.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Процесс принятия решений: от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приоритизации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(</a:t>
            </a:r>
            <a:r>
              <a:rPr lang="en-US" b="0" i="0" dirty="0">
                <a:solidFill>
                  <a:srgbClr val="1D1D1F"/>
                </a:solidFill>
                <a:effectLst/>
                <a:latin typeface="system-ui"/>
              </a:rPr>
              <a:t>WSJF) 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до реакции на «чёрных лебедей».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Координацию ролей: </a:t>
            </a:r>
            <a:r>
              <a:rPr lang="en-US" b="0" i="0" dirty="0">
                <a:solidFill>
                  <a:srgbClr val="1D1D1F"/>
                </a:solidFill>
                <a:effectLst/>
                <a:latin typeface="system-ui"/>
              </a:rPr>
              <a:t>PO, Team Lead, 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разработчики, </a:t>
            </a:r>
            <a:r>
              <a:rPr lang="en-US" b="0" i="0" dirty="0">
                <a:solidFill>
                  <a:srgbClr val="1D1D1F"/>
                </a:solidFill>
                <a:effectLst/>
                <a:latin typeface="system-ui"/>
              </a:rPr>
              <a:t>QA, Support.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Финансовую и операционную оценку: </a:t>
            </a:r>
            <a:r>
              <a:rPr lang="en-US" b="0" i="0" dirty="0">
                <a:solidFill>
                  <a:srgbClr val="1D1D1F"/>
                </a:solidFill>
                <a:effectLst/>
                <a:latin typeface="system-ui"/>
              </a:rPr>
              <a:t>TCO, ROI, Run vs Grow.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0932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9FBC25-946D-48A6-AA09-A459D97D3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Перегибы, недочёты, риски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156058-9504-48EA-BD8F-539144322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algn="l">
              <a:buNone/>
            </a:pP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1. Недостаточная формализация классификации инцидентов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в SLA есть "MTTA ≤ 30 мин", но нет классификации по уровням критичности (P1/P2/P3), что затрудняет управление в кризис. Должно быть: "P1- отклик до 15 минут", "P2- до 1 часа".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2. Отсутствие регламента обновления SLA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Хотя изменения SLA происходят (например, после «чёрного лебедя»), нет описанного процесса: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кто инициирует пересмотр,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как согласовывается,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когда вступает в силу.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Это противоречит требованию из лекции: </a:t>
            </a:r>
            <a:r>
              <a:rPr lang="ru-RU" b="0" i="1" dirty="0">
                <a:solidFill>
                  <a:srgbClr val="1D1D1F"/>
                </a:solidFill>
                <a:effectLst/>
                <a:latin typeface="system-ui"/>
              </a:rPr>
              <a:t>«SLA должен обновляться при изменении архитектуры, зависимостей, процессов»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.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3. Некоторые метрики не полностью измеримы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В ПР5 при описании задач после "черного лебедя" используются формулировки: "Улучшение офлайн-режима(частичное)", "Поиск и индексация(урезанный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scope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)" без конкретных критериев измерения.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4. Нет разделения метрик по типам пользователей</a:t>
            </a:r>
          </a:p>
          <a:p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Все метрики одинаковы для всех пользователей, хотя в ПР5 прямо сказано: «Базовое хранилище остаётся бесплатным, премиум-аккаунты получают приоритет в очереди задач».</a:t>
            </a:r>
          </a:p>
          <a:p>
            <a:pPr marL="0" indent="0">
              <a:buNone/>
            </a:pPr>
            <a:r>
              <a:rPr lang="ru-RU" b="1" dirty="0">
                <a:solidFill>
                  <a:srgbClr val="1D1D1F"/>
                </a:solidFill>
                <a:latin typeface="system-ui"/>
              </a:rPr>
              <a:t>5. </a:t>
            </a: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В ПР3 (релиз 10): «</a:t>
            </a:r>
            <a:r>
              <a:rPr lang="ru-RU" b="1" i="0" dirty="0" err="1">
                <a:solidFill>
                  <a:srgbClr val="1D1D1F"/>
                </a:solidFill>
                <a:effectLst/>
                <a:latin typeface="system-ui"/>
              </a:rPr>
              <a:t>Uptime</a:t>
            </a: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 ≥ 99.9%» без указания исключений (</a:t>
            </a:r>
            <a:r>
              <a:rPr lang="ru-RU" b="1" i="0" dirty="0" err="1">
                <a:solidFill>
                  <a:srgbClr val="1D1D1F"/>
                </a:solidFill>
                <a:effectLst/>
                <a:latin typeface="system-ui"/>
              </a:rPr>
              <a:t>DDoS</a:t>
            </a: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, сбои третьих сторон).</a:t>
            </a:r>
          </a:p>
          <a:p>
            <a:pPr marL="0" indent="0">
              <a:buNone/>
            </a:pPr>
            <a:endParaRPr lang="ru-RU" b="0" i="0" dirty="0">
              <a:solidFill>
                <a:srgbClr val="1D1D1F"/>
              </a:solidFill>
              <a:effectLst/>
              <a:latin typeface="system-ui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0067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3439F2-1F94-41B7-89EC-BD79F7C51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Оценка SLA в контексте «чёрных лебедей»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3AE0CB-105D-4BDC-992B-BA9106C6C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algn="l">
              <a:buNone/>
            </a:pP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Что сработало: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Гибкость приоритетов: "Ключевые SLA по безопасности и синхронизации выполнены. Незначительные отклонения по менее критичным метрикам зафиксированы и запланированы на последующие релизы".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Быстрая техническая реакция: "Введено ограничение на частоту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sync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-запросов", "Добавлен механизм «мягкого восстановления» при конфликте".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Прозрачные зоны ответственности: Четкое распределение между Product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Owner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, Team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Lead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, разработчиками.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Что не сработало (или могло бы быть лучше):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Нет протокола коммуникации при аварии (например, статус-страница, уведомления пользователям, дежурный чат).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Нет «окна отката» (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rollback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window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) - при баге в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проде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неясно, в течение какого времени допустим откат.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Отсутствие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freeze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period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— изменения вносятся даже за неделю до релиза: "за неделю до релиза Х+1 руководство меняет приоритеты".</a:t>
            </a:r>
          </a:p>
          <a:p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Нечеткие правила изменения SLA — в ПР4 команда "пересматривает SLA", но нет процедуры согласования и уведомления.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Зоны ответственности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В целом прозрачны (PO → TL → команды), но нет формального SLA на коммуникации между ролями (например: «PO уведомляет TL в течение 15 мин при смене приоритета»).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1D1D1F"/>
              </a:solidFill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1D1D1F"/>
              </a:solidFill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1D1D1F"/>
              </a:solidFill>
              <a:effectLst/>
              <a:latin typeface="system-ui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069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9C936D-5C75-4522-AD57-4FEAB82EA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Что бы я НЕ делал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4790CB-9FBE-4D29-8E86-54EB2C148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Не вводил бы SLA-метрику </a:t>
            </a: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без чёткого определения SLI.</a:t>
            </a:r>
          </a:p>
          <a:p>
            <a:pPr marL="0" indent="0">
              <a:buNone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Например: «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Crash-free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≥98.5%» — но без указания:</a:t>
            </a:r>
          </a:p>
          <a:p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какая версия приложения </a:t>
            </a:r>
            <a:r>
              <a:rPr lang="ru-RU" b="0" i="0">
                <a:solidFill>
                  <a:srgbClr val="1D1D1F"/>
                </a:solidFill>
                <a:effectLst/>
                <a:latin typeface="system-ui"/>
              </a:rPr>
              <a:t>(неверные замеры),</a:t>
            </a:r>
            <a:endParaRPr lang="ru-RU" b="0" i="0" dirty="0">
              <a:solidFill>
                <a:srgbClr val="1D1D1F"/>
              </a:solidFill>
              <a:effectLst/>
              <a:latin typeface="system-ui"/>
            </a:endParaRPr>
          </a:p>
          <a:p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какие ОС (может не запуститься),</a:t>
            </a:r>
          </a:p>
          <a:p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в каких сетевых условиях (500).</a:t>
            </a:r>
          </a:p>
          <a:p>
            <a:pPr marL="0" indent="0">
              <a:buNone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Не обещал бы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uptime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≥99.9% </a:t>
            </a: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без </a:t>
            </a:r>
            <a:r>
              <a:rPr lang="ru-RU" b="1" i="0" dirty="0" err="1">
                <a:solidFill>
                  <a:srgbClr val="1D1D1F"/>
                </a:solidFill>
                <a:effectLst/>
                <a:latin typeface="system-ui"/>
              </a:rPr>
              <a:t>explicit</a:t>
            </a: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-описания </a:t>
            </a:r>
            <a:r>
              <a:rPr lang="ru-RU" b="1" i="0" dirty="0" err="1">
                <a:solidFill>
                  <a:srgbClr val="1D1D1F"/>
                </a:solidFill>
                <a:effectLst/>
                <a:latin typeface="system-ui"/>
              </a:rPr>
              <a:t>maintenance</a:t>
            </a: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 </a:t>
            </a:r>
            <a:r>
              <a:rPr lang="ru-RU" b="1" i="0" dirty="0" err="1">
                <a:solidFill>
                  <a:srgbClr val="1D1D1F"/>
                </a:solidFill>
                <a:effectLst/>
                <a:latin typeface="system-ui"/>
              </a:rPr>
              <a:t>window</a:t>
            </a: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 и исключений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(например: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DDoS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, действия третьих лиц).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"Улучшение офлайн-режима(частичное)" и "Поиск и индексация(урезанный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scope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)" не имеют четких критериев приемки, что противоречит требованию, что SLA должен быть понятен для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нетехнарей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.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В ПР4 команда меняет SLA ("SLA пересматриваются для критичных функций"), но нет процедуры согласования и уведомления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807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0E5ECC-8F86-4DAE-98F7-3F7E2B4BE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Что бы я сделал по-другому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1520DE-8BC4-4B74-920F-1162B00C7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Ввёл бы классификацию инцидентов (P1–P3) с чёткими SLI и ответственными.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Включил бы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operational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readiness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checklist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перед релизом: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Есть ли мониторинг?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Есть ли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rollback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-план?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Протестированы ли крайние сценарии?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Прописал бы правила «чёрного лебедя»: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freeze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period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за 5 дней до релиза,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max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1 срочная задача от бизнеса в неделю до релиза,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обязательный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risk-review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с участием QA и Support.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Добавил бы SLO-бюджет ошибок, чтобы управлять балансом между скоростью и качеством.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"Изменения в SLA вступают в силу через 48 часов после согласования Product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Owner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 и Team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Lead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, с обязательным уведомлением всех команд за 24 часа".</a:t>
            </a:r>
          </a:p>
          <a:p>
            <a:pPr algn="l">
              <a:buFont typeface="+mj-lt"/>
              <a:buAutoNum type="arabicPeriod"/>
            </a:pPr>
            <a:r>
              <a:rPr lang="ru-RU" dirty="0">
                <a:solidFill>
                  <a:srgbClr val="1D1D1F"/>
                </a:solidFill>
                <a:latin typeface="system-ui"/>
              </a:rPr>
              <a:t>Добавил бы глоссарий в начало документа</a:t>
            </a:r>
            <a:endParaRPr lang="ru-RU" b="0" i="0" dirty="0">
              <a:solidFill>
                <a:srgbClr val="1D1D1F"/>
              </a:solidFill>
              <a:effectLst/>
              <a:latin typeface="system-ui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7664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F52E72-857C-4189-9CF4-5D396C3CA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Вывод и оценка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85B656-8AA7-44F1-A66C-41D1A9BC6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l">
              <a:buNone/>
            </a:pP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Сильные стороны: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Показана эволюция команды: "ранние релизы (1–3): хрупкая архитектура... поздние релизы (8–10): SLA достигались или превышали плановые значения"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Четкий финансовый анализ и </a:t>
            </a:r>
            <a:r>
              <a:rPr lang="en-US" b="0" i="0" dirty="0">
                <a:solidFill>
                  <a:srgbClr val="1D1D1F"/>
                </a:solidFill>
                <a:effectLst/>
                <a:latin typeface="system-ui"/>
              </a:rPr>
              <a:t>trade-off 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решения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Отличная техническая глубина и реалистичное описание проблем</a:t>
            </a:r>
          </a:p>
          <a:p>
            <a:pPr marL="0" indent="0" algn="l">
              <a:buNone/>
            </a:pPr>
            <a:r>
              <a:rPr lang="ru-RU" b="1" dirty="0">
                <a:solidFill>
                  <a:srgbClr val="1D1D1F"/>
                </a:solidFill>
                <a:latin typeface="system-ui"/>
              </a:rPr>
              <a:t>Слабые стороны</a:t>
            </a: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Отсутствие классификации инцидентов (P1/P2/P3) — нарушает требование: "Хватает ли приоритезации инцидентов?"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Нет регламента изменения SLA — не выполнено ключевое требование: "SLA должен обновляться при изменении архитектуры, зависимостей или внешних требований"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Неопределенность формулировок — противоречит принципу: "SLA должен быть понятен для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system-ui"/>
              </a:rPr>
              <a:t>нетехнарей</a:t>
            </a:r>
            <a:r>
              <a:rPr lang="ru-RU" b="0" i="0" dirty="0">
                <a:solidFill>
                  <a:srgbClr val="1D1D1F"/>
                </a:solidFill>
                <a:effectLst/>
                <a:latin typeface="system-ui"/>
              </a:rPr>
              <a:t>"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Итоговая оценка: 7.5 / 10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99908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837</Words>
  <Application>Microsoft Office PowerPoint</Application>
  <PresentationFormat>Широкоэкранный</PresentationFormat>
  <Paragraphs>69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system-ui</vt:lpstr>
      <vt:lpstr>Тема Office</vt:lpstr>
      <vt:lpstr>Проверка практических другого студента</vt:lpstr>
      <vt:lpstr>Краткое описание исходного SLA</vt:lpstr>
      <vt:lpstr>Перегибы, недочёты, риски</vt:lpstr>
      <vt:lpstr>Оценка SLA в контексте «чёрных лебедей»</vt:lpstr>
      <vt:lpstr>Что бы я НЕ делал</vt:lpstr>
      <vt:lpstr>Что бы я сделал по-другому</vt:lpstr>
      <vt:lpstr>Вывод и оценка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Проверка практических другого студента</dc:title>
  <dc:creator>Никита Болдырев</dc:creator>
  <cp:lastModifiedBy>Болдырев Никита Михайлович</cp:lastModifiedBy>
  <cp:revision>4</cp:revision>
  <dcterms:created xsi:type="dcterms:W3CDTF">2025-12-22T19:08:28Z</dcterms:created>
  <dcterms:modified xsi:type="dcterms:W3CDTF">2025-12-23T09:11:11Z</dcterms:modified>
</cp:coreProperties>
</file>